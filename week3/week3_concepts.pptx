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full fine-tune</c:v>
                  </c:pt>
                  <c:pt idx="1">
                    <c:v>LoRA</c:v>
                  </c:pt>
                  <c:pt idx="2">
                    <c:v>QLoRA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6.2</c:v>
                </c:pt>
                <c:pt idx="1">
                  <c:v>6.2</c:v>
                </c:pt>
                <c:pt idx="2">
                  <c:v>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gradients + optimizer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full fine-tune</c:v>
                  </c:pt>
                  <c:pt idx="1">
                    <c:v>LoRA</c:v>
                  </c:pt>
                  <c:pt idx="2">
                    <c:v>QLoRA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18.6</c:v>
                </c:pt>
                <c:pt idx="1">
                  <c:v>0.4</c:v>
                </c:pt>
                <c:pt idx="2">
                  <c:v>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B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· LIVE SESSION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160020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Behavior: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SLMs with QLoRA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· QLoRA · synthetic data with discipline · DPO — training the capstone's Analyst on a free GPU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Custom AI · SarasAI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that comes before any training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important slide of the course — what are you actually trying to change?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84048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536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what it KNOWS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938528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· freshness · citations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RAG (Week 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training, updatable, auditable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371600"/>
            <a:ext cx="384048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83480" y="1536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how it BEHAVES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938528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· tone · style · task skill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fine-tuning (today)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structure, every single time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compose: our Analyst is fine-tuned for report behavior AND fed by RAG for facts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 model already writes decent content — what it can't do is hit OUR format reliably. That's the gap training closes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4370832"/>
            <a:ext cx="8138160" cy="566928"/>
          </a:xfrm>
          <a:prstGeom prst="roundRect">
            <a:avLst>
              <a:gd name="adj" fmla="val 11290"/>
            </a:avLst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7083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tool = wasted GPU: no amount of fine-tuning fixes stale facts, no prompt fixes inconsistent 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17320"/>
            <a:ext cx="960120" cy="9601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4173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920240" y="1325880"/>
            <a:ext cx="6583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&amp; QLoRA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965960" y="2514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train a model you can't afford to train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full fine-tuning doesn't fit your GPU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memory ≈ weights + gradients + optimizer states — for EVERY parameter you update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46304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 GB for a “small” 1.5B model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free T4 has 16 GB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kills the gradient/optimizer cost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QLoRA also shrinks the frozen weights 4×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~2 GB total. Trainable anywhere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LoRA: train a small correction, not the matrix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 et al. 2021 (arXiv 2106.09685) — freeze W, learn a low-rank ΔW = B·A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1920240" cy="1920240"/>
          </a:xfrm>
          <a:prstGeom prst="roundRect">
            <a:avLst>
              <a:gd name="adj" fmla="val 2857"/>
            </a:avLst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371600"/>
            <a:ext cx="192024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 × 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20574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703320" y="1371600"/>
            <a:ext cx="502920" cy="1920240"/>
          </a:xfrm>
          <a:prstGeom prst="roundRect">
            <a:avLst>
              <a:gd name="adj" fmla="val 10909"/>
            </a:avLst>
          </a:prstGeom>
          <a:solidFill>
            <a:srgbClr val="E8A33D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03320" y="1371600"/>
            <a:ext cx="50292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79392" y="20116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E8A33D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2103120"/>
            <a:ext cx="19202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3429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r (8–32): the thin dimension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12280" y="1417320"/>
            <a:ext cx="1965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&lt;1% of params trained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file: tens of MB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model untouched — share one base, many adapters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into W later (Week 4)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370832"/>
            <a:ext cx="8138160" cy="566928"/>
          </a:xfrm>
          <a:prstGeom prst="roundRect">
            <a:avLst>
              <a:gd name="adj" fmla="val 11290"/>
            </a:avLst>
          </a:prstGeom>
          <a:solidFill>
            <a:srgbClr val="1F386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37083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knobs: r (capacity) · alpha ≈ 2r (scaling) · target modules (attn+MLP) · dropout. Small r suffices for format tasks.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QLoRA: LoRA on a quantized base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Dettmers et al. 2023 (arXiv 2305.14314) — gradients flow THROUGH 4-bit frozen weights INTO fp16 adapters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017520" cy="1554480"/>
          </a:xfrm>
          <a:prstGeom prst="roundRect">
            <a:avLst>
              <a:gd name="adj" fmla="val 3529"/>
            </a:avLst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301752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model 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4-bit NF4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(~1.2 GB vs 3.1 GB fp16)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1463040"/>
            <a:ext cx="2377440" cy="1554480"/>
          </a:xfrm>
          <a:prstGeom prst="roundRect">
            <a:avLst>
              <a:gd name="adj" fmla="val 3529"/>
            </a:avLst>
          </a:prstGeom>
          <a:solidFill>
            <a:srgbClr val="E8A33D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0" y="1463040"/>
            <a:ext cx="237744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adapters 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fp16 · trainable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(~35 MB)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22192" y="2240280"/>
            <a:ext cx="411480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1520" y="329184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91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80360" y="329184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4-bit type shaped for how weights are actually distributed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767328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673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quantization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80360" y="3767328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quantize the quantization constants too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4242816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428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 optimizers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80360" y="4242816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 optimizer states to CPU RAM — no OOM spikes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QLoRA tricks: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17320"/>
            <a:ext cx="960120" cy="9601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4173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920240" y="1325880"/>
            <a:ext cx="6583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 is the product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965960" y="2514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· dedup · leakage — where fine-tunes are won and lost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instruction data: the teacher–student bootstrap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labels? Have a strong model write exemplary outputs; train the small one on them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1F3864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17320"/>
            <a:ext cx="21031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model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816352" y="1920240"/>
            <a:ext cx="502920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83280" y="1417320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417320"/>
            <a:ext cx="26517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dataset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(input → ideal report)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08192" y="1920240"/>
            <a:ext cx="502920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75120" y="141732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E8A33D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417320"/>
            <a:ext cx="192024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1.5B SLM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Vary everything that should vary: product, defect type, severity, evidence mix — diversity is a design task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Self-Instruct (arXiv 2212.10560) — and secretly also distillation (Week 4 makes that formal)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amplifies BOTH signal and leakage — filter it as strictly as human data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hygiene checks that make your eval honest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them in this order, before any training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840480" cy="1874520"/>
          </a:xfrm>
          <a:prstGeom prst="roundRect">
            <a:avLst>
              <a:gd name="adj" fmla="val 2927"/>
            </a:avLst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840480" cy="1874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536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DEDUP (within train)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every input; drop rows with cos &gt; threshold vs anything kept.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Near-dupes teach memorization, not generalization.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840480" cy="1874520"/>
          </a:xfrm>
          <a:prstGeom prst="roundRect">
            <a:avLst>
              <a:gd name="adj" fmla="val 2927"/>
            </a:avLst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371600"/>
            <a:ext cx="3840480" cy="1874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83480" y="1536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LEAKAGE (train ↔ test)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92024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cross-split similarity — ONE number that certifies the split is clean.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String-matching won't catch paraphrase twins; embeddings do.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inflates your metric and hides overfitting — it is the failure that never shows in a demo and always shows in production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Decontamination is an action, not a printout: drop train rows too close to test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370832"/>
            <a:ext cx="8138160" cy="566928"/>
          </a:xfrm>
          <a:prstGeom prst="roundRect">
            <a:avLst>
              <a:gd name="adj" fmla="val 11290"/>
            </a:avLst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7083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fine-tuning, small-and-clean beats big-and-dirty. Curation IS the job.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fine-tuning (SFT): what the model actually sees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template flattens messages into one token sequence; loss teaches next-token prediction on it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&lt;|user|&gt;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783080" y="155448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note + evidence …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51960" y="1554480"/>
            <a:ext cx="1234440" cy="45720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1554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&lt;|assistant|&gt;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577840" y="1554480"/>
            <a:ext cx="2880360" cy="45720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554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## ROOT CAUSE ANALYSIS …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63040" y="2103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tokens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tokens — where the learning we care about happens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269748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TRL's SFTTrainer applies the chat template for you — your dataset stays clean {user, assistant} messages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masking (train only on the completion) is available when the chat template supports it — check before claiming it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loss curve: fast first-epoch drop = learning the format; loss → 0 = memorizing → smaller r, fewer epochs, more data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17320"/>
            <a:ext cx="960120" cy="9601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4173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920240" y="1325880"/>
            <a:ext cx="6583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 — preference alignment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965960" y="2514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“here's a good example” isn't enough and you need “A is better than B”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 replaces the RLHF machine with a loss function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Rafailov et al. 2023 (arXiv 2305.18290) — “Your Language Model is Secretly a Reward Model”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45920" y="137160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 data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47288" y="1645920"/>
            <a:ext cx="274320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85616" y="137160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85616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reward model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86984" y="1645920"/>
            <a:ext cx="274320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25312" y="137160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25312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loop (PPO)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26680" y="1645920"/>
            <a:ext cx="274320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65008" y="1371600"/>
            <a:ext cx="640080" cy="54864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5008" y="1371600"/>
            <a:ext cx="6400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645920" y="233172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 data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47288" y="2606040"/>
            <a:ext cx="274320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85616" y="233172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85616" y="2331720"/>
            <a:ext cx="39319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classification-style loss on (prompt, chosen, rejected)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81544" y="2606040"/>
            <a:ext cx="274320" cy="0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119872" y="2331720"/>
            <a:ext cx="585216" cy="5486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9872" y="2331720"/>
            <a:ext cx="58521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2004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separate reward model. No RL loop. A drop-in trainer (TRL's DPOTrainer) — same shape as SFT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triplets — one input, a CHOSEN output, a REJECTED output. A few hundred pairs often suffice on top of SFT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Recipe: SFT first (teach the task), DPO second (sand off failure modes your eval surfaces — e.g. severity over-calling)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preference pair teaches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Qualities that are hard to demonstrate but easy to compare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EAF4EC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84048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5179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2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Severity: MEDIUM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Probable cause: supplier lot variation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consistent with the two cited reviews.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(grounded, calibrated, concise)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7ECEC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371600"/>
            <a:ext cx="384048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83480" y="15179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8745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2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Severity: HIGH!!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Probable cause: definitely a factory fire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(no evidence in input)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2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(dramatic, invented, over-called)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4370832"/>
            <a:ext cx="8138160" cy="566928"/>
          </a:xfrm>
          <a:prstGeom prst="roundRect">
            <a:avLst>
              <a:gd name="adj" fmla="val 11290"/>
            </a:avLst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37083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 teaches the task. DPO teaches taste — groundedness, calibration, restraint — from comparisons.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evaluation: three numbers on the frozen test set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before/after demo is theater. These are the deliverable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22860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adherence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108960" y="13258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required sections present + valid severity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63640" y="13258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— zero LLM calls. Find the mechanical metric first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240280"/>
            <a:ext cx="22860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/ rubric score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108960" y="22402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grades content 1–5 vs the reference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63640" y="22402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 — stronger model, not the generator's own family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EEF3FA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154680"/>
            <a:ext cx="22860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Win-rate vs base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08960" y="31546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2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A/B: tuned vs base, judge picks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63640" y="3154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 order · disable_adapter() for a true base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370832"/>
            <a:ext cx="8138160" cy="566928"/>
          </a:xfrm>
          <a:prstGeom prst="roundRect">
            <a:avLst>
              <a:gd name="adj" fmla="val 11290"/>
            </a:avLst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37083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Graded increment 3: adapter + dataset card (dedup rate, max train↔test sim) + these three held-out numbers.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SarasAI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— Fine-Tuning SLMs with QLoRA</dc:title>
  <dc:subject>PptxGenJS Presentation</dc:subject>
  <dc:creator>Luka Anicin</dc:creator>
  <cp:lastModifiedBy>Luka Anicin</cp:lastModifiedBy>
  <cp:revision>1</cp:revision>
  <dcterms:created xsi:type="dcterms:W3CDTF">2026-07-03T17:46:28Z</dcterms:created>
  <dcterms:modified xsi:type="dcterms:W3CDTF">2026-07-03T17:46:28Z</dcterms:modified>
</cp:coreProperties>
</file>